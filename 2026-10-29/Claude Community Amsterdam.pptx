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19"/>
  </p:notesMasterIdLst>
  <p:sldIdLst>
    <p:sldId id="256" r:id="rId2"/>
    <p:sldId id="274" r:id="rId3"/>
    <p:sldId id="275" r:id="rId4"/>
    <p:sldId id="259" r:id="rId5"/>
    <p:sldId id="260" r:id="rId6"/>
    <p:sldId id="276" r:id="rId7"/>
    <p:sldId id="277" r:id="rId8"/>
    <p:sldId id="278" r:id="rId9"/>
    <p:sldId id="273" r:id="rId10"/>
    <p:sldId id="279" r:id="rId11"/>
    <p:sldId id="280" r:id="rId12"/>
    <p:sldId id="267" r:id="rId13"/>
    <p:sldId id="268" r:id="rId14"/>
    <p:sldId id="269" r:id="rId15"/>
    <p:sldId id="281" r:id="rId16"/>
    <p:sldId id="271" r:id="rId17"/>
    <p:sldId id="272" r:id="rId18"/>
  </p:sldIdLst>
  <p:sldSz cx="9144000" cy="5143500" type="screen16x9"/>
  <p:notesSz cx="6858000" cy="9144000"/>
  <p:embeddedFontLst>
    <p:embeddedFont>
      <p:font typeface="Lora" pitchFamily="2" charset="77"/>
      <p:regular r:id="rId20"/>
      <p:bold r:id="rId21"/>
    </p:embeddedFont>
    <p:embeddedFont>
      <p:font typeface="Lora Medium" pitchFamily="2" charset="77"/>
      <p:regular r:id="rId22"/>
    </p:embeddedFont>
    <p:embeddedFont>
      <p:font typeface="Lora SemiBold" pitchFamily="2" charset="77"/>
      <p:regular r:id="rId23"/>
      <p:bold r:id="rId24"/>
      <p:italic r:id="rId25"/>
      <p:boldItalic r:id="rId26"/>
    </p:embeddedFont>
    <p:embeddedFont>
      <p:font typeface="Poppins" pitchFamily="2" charset="77"/>
      <p:regular r:id="rId27"/>
      <p:bold r:id="rId28"/>
      <p:italic r:id="rId29"/>
    </p:embeddedFont>
    <p:embeddedFont>
      <p:font typeface="Poppins SemiBold" panose="00000700000000000000" pitchFamily="2" charset="77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97"/>
    <p:restoredTop sz="94645"/>
  </p:normalViewPr>
  <p:slideViewPr>
    <p:cSldViewPr snapToGrid="0">
      <p:cViewPr varScale="1">
        <p:scale>
          <a:sx n="228" d="100"/>
          <a:sy n="228" d="100"/>
        </p:scale>
        <p:origin x="1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36db7cd01_0_26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36db7cd01_0_26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[Holding slide] Claude FM: https://www.youtube.com/watch?v=tRsQsTMvPNg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36db7cd01_0_2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36db7cd01_0_26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[Holding slide] Spinning Globe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587e1d4f2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587e1d4f2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[Welcome slide]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36db7cd01_0_28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36db7cd01_0_28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[Agenda slide]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320ffb4741d00d53_1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h320ffb4741d00d53_1_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36db7cd01_0_29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f36db7cd01_0_29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36db7cd01_0_29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36db7cd01_0_29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36db7cd01_0_2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36db7cd01_0_2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320ffb4741d00d53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h320ffb4741d00d53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320ffb4741d00d53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h320ffb4741d00d53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h320ffb4741d00d53_1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h320ffb4741d00d53_1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[Prompt slide]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36db7cd01_0_29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f36db7cd01_0_29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587e1d4f2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587e1d4f2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[Q&amp;A slide]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320ffb4741d00d53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h320ffb4741d00d53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h320ffb4741d00d53_1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h320ffb4741d00d53_1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[Prompt slide]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36db7cd01_0_28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36db7cd01_0_28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[Closing slide]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2: Agenda">
  <p:cSld name="TITLE_AND_BODY_1_1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body" idx="1"/>
          </p:nvPr>
        </p:nvSpPr>
        <p:spPr>
          <a:xfrm>
            <a:off x="3254975" y="457206"/>
            <a:ext cx="5431800" cy="38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429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 sz="1400">
                <a:solidFill>
                  <a:schemeClr val="dk1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 sz="1400">
                <a:solidFill>
                  <a:schemeClr val="dk1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 sz="1400">
                <a:solidFill>
                  <a:schemeClr val="dk1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 sz="1400">
                <a:solidFill>
                  <a:schemeClr val="dk1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Char char="■"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256725" y="4708927"/>
            <a:ext cx="437100" cy="10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55775" y="457206"/>
            <a:ext cx="2634300" cy="38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/>
          <p:nvPr/>
        </p:nvSpPr>
        <p:spPr>
          <a:xfrm>
            <a:off x="17500" y="4693687"/>
            <a:ext cx="33465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rPr>
              <a:t>CLAUDE COMMUNITY</a:t>
            </a:r>
            <a:endParaRPr sz="800" b="1">
              <a:solidFill>
                <a:srgbClr val="B0AEA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2: Title and 2 column body">
  <p:cSld name="TITLE_AND_TWO_COLUMNS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56825" y="457206"/>
            <a:ext cx="8230200" cy="8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455775" y="1371605"/>
            <a:ext cx="4033500" cy="297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2"/>
          </p:nvPr>
        </p:nvSpPr>
        <p:spPr>
          <a:xfrm>
            <a:off x="4654713" y="1371605"/>
            <a:ext cx="4033500" cy="297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256725" y="4708927"/>
            <a:ext cx="437100" cy="10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17500" y="4693687"/>
            <a:ext cx="33465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rPr>
              <a:t>CLAUDE COMMUNITY</a:t>
            </a:r>
            <a:endParaRPr sz="800" b="1">
              <a:solidFill>
                <a:srgbClr val="B0AEA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3: Title and 3 column body">
  <p:cSld name="TITLE_AND_TWO_COLUMNS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56825" y="457206"/>
            <a:ext cx="8230200" cy="8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55775" y="1371605"/>
            <a:ext cx="2634300" cy="297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256725" y="4708927"/>
            <a:ext cx="437100" cy="10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3255013" y="1371605"/>
            <a:ext cx="2634300" cy="297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3"/>
          </p:nvPr>
        </p:nvSpPr>
        <p:spPr>
          <a:xfrm>
            <a:off x="6053325" y="1371605"/>
            <a:ext cx="2634900" cy="297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17500" y="4693687"/>
            <a:ext cx="33465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rPr>
              <a:t>CLAUDE COMMUNITY</a:t>
            </a:r>
            <a:endParaRPr sz="800" b="1">
              <a:solidFill>
                <a:srgbClr val="B0AEA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6: Title only">
  <p:cSld name="TITLE_ONLY_1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456825" y="457206"/>
            <a:ext cx="8230200" cy="8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256725" y="4708927"/>
            <a:ext cx="437100" cy="10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/>
        </p:nvSpPr>
        <p:spPr>
          <a:xfrm>
            <a:off x="17500" y="4693687"/>
            <a:ext cx="33465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rPr>
              <a:t>CLAUDE COMMUNITY</a:t>
            </a:r>
            <a:endParaRPr sz="800" b="1">
              <a:solidFill>
                <a:srgbClr val="B0AEA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4: Title and body side by side">
  <p:cSld name="ONE_COLUMN_TEXT_3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3254975" y="457206"/>
            <a:ext cx="5439000" cy="38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455775" y="457206"/>
            <a:ext cx="2634300" cy="38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256725" y="4708927"/>
            <a:ext cx="4371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17500" y="4693687"/>
            <a:ext cx="33465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rPr>
              <a:t>CLAUDE COMMUNITY</a:t>
            </a:r>
            <a:endParaRPr sz="800" b="1">
              <a:solidFill>
                <a:srgbClr val="B0AEA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3: Title, body and hero illustration">
  <p:cSld name="ONE_COLUMN_TEXT_1_2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55775" y="457206"/>
            <a:ext cx="3708900" cy="38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1300"/>
              </a:spcBef>
              <a:spcAft>
                <a:spcPts val="13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256725" y="4708927"/>
            <a:ext cx="4371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7"/>
          <p:cNvSpPr>
            <a:spLocks noGrp="1"/>
          </p:cNvSpPr>
          <p:nvPr>
            <p:ph type="pic" idx="2"/>
          </p:nvPr>
        </p:nvSpPr>
        <p:spPr>
          <a:xfrm>
            <a:off x="4806275" y="457197"/>
            <a:ext cx="3887700" cy="38877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7"/>
          <p:cNvSpPr txBox="1"/>
          <p:nvPr/>
        </p:nvSpPr>
        <p:spPr>
          <a:xfrm>
            <a:off x="17500" y="4693687"/>
            <a:ext cx="33465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rPr>
              <a:t>CLAUDE COMMUNITY</a:t>
            </a:r>
            <a:endParaRPr sz="800" b="1">
              <a:solidFill>
                <a:srgbClr val="B0AEA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4: Title, body and placeholder ">
  <p:cSld name="ONE_COLUMN_TEXT_1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256725" y="4708927"/>
            <a:ext cx="4371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8"/>
          <p:cNvSpPr>
            <a:spLocks noGrp="1"/>
          </p:cNvSpPr>
          <p:nvPr>
            <p:ph type="pic" idx="2"/>
          </p:nvPr>
        </p:nvSpPr>
        <p:spPr>
          <a:xfrm>
            <a:off x="3254975" y="457206"/>
            <a:ext cx="5431800" cy="3887700"/>
          </a:xfrm>
          <a:prstGeom prst="roundRect">
            <a:avLst>
              <a:gd name="adj" fmla="val 2630"/>
            </a:avLst>
          </a:prstGeom>
          <a:noFill/>
          <a:ln>
            <a:noFill/>
          </a:ln>
        </p:spPr>
      </p:sp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457200" y="457206"/>
            <a:ext cx="2632800" cy="38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1300"/>
              </a:spcBef>
              <a:spcAft>
                <a:spcPts val="13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/>
          <p:nvPr/>
        </p:nvSpPr>
        <p:spPr>
          <a:xfrm>
            <a:off x="17500" y="4693687"/>
            <a:ext cx="33465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rPr>
              <a:t>CLAUDE COMMUNITY</a:t>
            </a:r>
            <a:endParaRPr sz="800" b="1">
              <a:solidFill>
                <a:srgbClr val="B0AEA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8: Title and two placeholder ">
  <p:cSld name="ONE_COLUMN_TEXT_1_1_1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256725" y="4708927"/>
            <a:ext cx="4371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9"/>
          <p:cNvSpPr>
            <a:spLocks noGrp="1"/>
          </p:cNvSpPr>
          <p:nvPr>
            <p:ph type="pic" idx="2"/>
          </p:nvPr>
        </p:nvSpPr>
        <p:spPr>
          <a:xfrm>
            <a:off x="455700" y="1371605"/>
            <a:ext cx="8238000" cy="2973300"/>
          </a:xfrm>
          <a:prstGeom prst="roundRect">
            <a:avLst>
              <a:gd name="adj" fmla="val 2630"/>
            </a:avLst>
          </a:prstGeom>
          <a:noFill/>
          <a:ln>
            <a:noFill/>
          </a:ln>
        </p:spPr>
      </p:sp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455775" y="456794"/>
            <a:ext cx="8238000" cy="8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/>
          <p:nvPr/>
        </p:nvSpPr>
        <p:spPr>
          <a:xfrm>
            <a:off x="17500" y="4693687"/>
            <a:ext cx="33465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rPr>
              <a:t>CLAUDE COMMUNITY</a:t>
            </a:r>
            <a:endParaRPr sz="800" b="1">
              <a:solidFill>
                <a:srgbClr val="B0AEA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8: Title and two placeholder  1">
  <p:cSld name="ONE_COLUMN_TEXT_1_1_1_1_1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256725" y="4708927"/>
            <a:ext cx="4371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0"/>
          <p:cNvSpPr txBox="1"/>
          <p:nvPr/>
        </p:nvSpPr>
        <p:spPr>
          <a:xfrm>
            <a:off x="17500" y="4693687"/>
            <a:ext cx="33465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rPr>
              <a:t>CLAUDE COMMUNITY</a:t>
            </a:r>
            <a:endParaRPr sz="800" b="1">
              <a:solidFill>
                <a:srgbClr val="B0AEA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" name="Google Shape;54;p10"/>
          <p:cNvSpPr txBox="1">
            <a:spLocks noGrp="1"/>
          </p:cNvSpPr>
          <p:nvPr>
            <p:ph type="subTitle" idx="1"/>
          </p:nvPr>
        </p:nvSpPr>
        <p:spPr>
          <a:xfrm>
            <a:off x="2636767" y="1638084"/>
            <a:ext cx="3705000" cy="320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SemiBold"/>
              <a:buNone/>
              <a:defRPr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ctrTitle"/>
          </p:nvPr>
        </p:nvSpPr>
        <p:spPr>
          <a:xfrm>
            <a:off x="1690875" y="2024275"/>
            <a:ext cx="5596800" cy="165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ra Medium"/>
              <a:buNone/>
              <a:defRPr sz="5200">
                <a:latin typeface="Lora Medium"/>
                <a:ea typeface="Lora Medium"/>
                <a:cs typeface="Lora Medium"/>
                <a:sym typeface="Lora Medium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ra Medium"/>
              <a:buNone/>
              <a:defRPr sz="5200">
                <a:latin typeface="Lora Medium"/>
                <a:ea typeface="Lora Medium"/>
                <a:cs typeface="Lora Medium"/>
                <a:sym typeface="Lora Medium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ra Medium"/>
              <a:buNone/>
              <a:defRPr sz="5200">
                <a:latin typeface="Lora Medium"/>
                <a:ea typeface="Lora Medium"/>
                <a:cs typeface="Lora Medium"/>
                <a:sym typeface="Lora Medium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ra Medium"/>
              <a:buNone/>
              <a:defRPr sz="5200">
                <a:latin typeface="Lora Medium"/>
                <a:ea typeface="Lora Medium"/>
                <a:cs typeface="Lora Medium"/>
                <a:sym typeface="Lora Medium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ra Medium"/>
              <a:buNone/>
              <a:defRPr sz="5200">
                <a:latin typeface="Lora Medium"/>
                <a:ea typeface="Lora Medium"/>
                <a:cs typeface="Lora Medium"/>
                <a:sym typeface="Lora Medium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ra Medium"/>
              <a:buNone/>
              <a:defRPr sz="5200">
                <a:latin typeface="Lora Medium"/>
                <a:ea typeface="Lora Medium"/>
                <a:cs typeface="Lora Medium"/>
                <a:sym typeface="Lora Medium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ra Medium"/>
              <a:buNone/>
              <a:defRPr sz="5200">
                <a:latin typeface="Lora Medium"/>
                <a:ea typeface="Lora Medium"/>
                <a:cs typeface="Lora Medium"/>
                <a:sym typeface="Lora Medium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ra Medium"/>
              <a:buNone/>
              <a:defRPr sz="5200">
                <a:latin typeface="Lora Medium"/>
                <a:ea typeface="Lora Medium"/>
                <a:cs typeface="Lora Medium"/>
                <a:sym typeface="Lor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8: Title and two placeholder  1 1">
  <p:cSld name="ONE_COLUMN_TEXT_1_1_1_1_1_1_2">
    <p:bg>
      <p:bgPr>
        <a:solidFill>
          <a:srgbClr val="D97757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256725" y="4708927"/>
            <a:ext cx="4371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1"/>
          <p:cNvSpPr txBox="1"/>
          <p:nvPr/>
        </p:nvSpPr>
        <p:spPr>
          <a:xfrm>
            <a:off x="17500" y="4693687"/>
            <a:ext cx="33465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CLAUDE COMMUNITY</a:t>
            </a:r>
            <a:endParaRPr sz="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11"/>
          <p:cNvSpPr txBox="1">
            <a:spLocks noGrp="1"/>
          </p:cNvSpPr>
          <p:nvPr>
            <p:ph type="subTitle" idx="1"/>
          </p:nvPr>
        </p:nvSpPr>
        <p:spPr>
          <a:xfrm>
            <a:off x="2636767" y="1638084"/>
            <a:ext cx="3705000" cy="320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SemiBold"/>
              <a:buNone/>
              <a:defRPr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SemiBold"/>
              <a:buNone/>
              <a:defRPr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SemiBold"/>
              <a:buNone/>
              <a:defRPr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SemiBold"/>
              <a:buNone/>
              <a:defRPr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SemiBold"/>
              <a:buNone/>
              <a:defRPr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SemiBold"/>
              <a:buNone/>
              <a:defRPr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SemiBold"/>
              <a:buNone/>
              <a:defRPr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SemiBold"/>
              <a:buNone/>
              <a:defRPr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SemiBold"/>
              <a:buNone/>
              <a:defRPr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ctrTitle"/>
          </p:nvPr>
        </p:nvSpPr>
        <p:spPr>
          <a:xfrm>
            <a:off x="1690875" y="2024275"/>
            <a:ext cx="5596800" cy="165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ra SemiBold"/>
              <a:buNone/>
              <a:defRPr sz="5200">
                <a:latin typeface="Lora SemiBold"/>
                <a:ea typeface="Lora SemiBold"/>
                <a:cs typeface="Lora SemiBold"/>
                <a:sym typeface="Lora SemiBold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ra SemiBold"/>
              <a:buNone/>
              <a:defRPr sz="5200">
                <a:latin typeface="Lora SemiBold"/>
                <a:ea typeface="Lora SemiBold"/>
                <a:cs typeface="Lora SemiBold"/>
                <a:sym typeface="Lora SemiBold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ra SemiBold"/>
              <a:buNone/>
              <a:defRPr sz="5200">
                <a:latin typeface="Lora SemiBold"/>
                <a:ea typeface="Lora SemiBold"/>
                <a:cs typeface="Lora SemiBold"/>
                <a:sym typeface="Lora SemiBold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ra SemiBold"/>
              <a:buNone/>
              <a:defRPr sz="5200">
                <a:latin typeface="Lora SemiBold"/>
                <a:ea typeface="Lora SemiBold"/>
                <a:cs typeface="Lora SemiBold"/>
                <a:sym typeface="Lora SemiBold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ra SemiBold"/>
              <a:buNone/>
              <a:defRPr sz="5200">
                <a:latin typeface="Lora SemiBold"/>
                <a:ea typeface="Lora SemiBold"/>
                <a:cs typeface="Lora SemiBold"/>
                <a:sym typeface="Lora SemiBold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ra SemiBold"/>
              <a:buNone/>
              <a:defRPr sz="5200">
                <a:latin typeface="Lora SemiBold"/>
                <a:ea typeface="Lora SemiBold"/>
                <a:cs typeface="Lora SemiBold"/>
                <a:sym typeface="Lora SemiBold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ra SemiBold"/>
              <a:buNone/>
              <a:defRPr sz="5200">
                <a:latin typeface="Lora SemiBold"/>
                <a:ea typeface="Lora SemiBold"/>
                <a:cs typeface="Lora SemiBold"/>
                <a:sym typeface="Lora SemiBold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Lora SemiBold"/>
              <a:buNone/>
              <a:defRPr sz="5200">
                <a:latin typeface="Lora SemiBold"/>
                <a:ea typeface="Lora SemiBold"/>
                <a:cs typeface="Lora SemiBold"/>
                <a:sym typeface="L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9: Title and two placeholder ">
  <p:cSld name="ONE_COLUMN_TEXT_1_1_1_1_1_1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256725" y="4708927"/>
            <a:ext cx="4371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2"/>
          <p:cNvSpPr>
            <a:spLocks noGrp="1"/>
          </p:cNvSpPr>
          <p:nvPr>
            <p:ph type="pic" idx="2"/>
          </p:nvPr>
        </p:nvSpPr>
        <p:spPr>
          <a:xfrm>
            <a:off x="455700" y="1371605"/>
            <a:ext cx="4033500" cy="2973300"/>
          </a:xfrm>
          <a:prstGeom prst="roundRect">
            <a:avLst>
              <a:gd name="adj" fmla="val 2630"/>
            </a:avLst>
          </a:prstGeom>
          <a:noFill/>
          <a:ln>
            <a:noFill/>
          </a:ln>
        </p:spPr>
      </p:sp>
      <p:sp>
        <p:nvSpPr>
          <p:cNvPr id="64" name="Google Shape;64;p12"/>
          <p:cNvSpPr txBox="1">
            <a:spLocks noGrp="1"/>
          </p:cNvSpPr>
          <p:nvPr>
            <p:ph type="title"/>
          </p:nvPr>
        </p:nvSpPr>
        <p:spPr>
          <a:xfrm>
            <a:off x="455775" y="456794"/>
            <a:ext cx="8238000" cy="8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>
            <a:spLocks noGrp="1"/>
          </p:cNvSpPr>
          <p:nvPr>
            <p:ph type="pic" idx="3"/>
          </p:nvPr>
        </p:nvSpPr>
        <p:spPr>
          <a:xfrm>
            <a:off x="4654113" y="1371605"/>
            <a:ext cx="4039800" cy="2973300"/>
          </a:xfrm>
          <a:prstGeom prst="roundRect">
            <a:avLst>
              <a:gd name="adj" fmla="val 2630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/>
        </p:nvSpPr>
        <p:spPr>
          <a:xfrm>
            <a:off x="17500" y="4693687"/>
            <a:ext cx="33465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rPr>
              <a:t>CLAUDE COMMUNITY</a:t>
            </a:r>
            <a:endParaRPr sz="800" b="1">
              <a:solidFill>
                <a:srgbClr val="B0AEA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0" y="0"/>
            <a:ext cx="3000000" cy="40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ora Medium"/>
              <a:buNone/>
            </a:pPr>
            <a:endParaRPr sz="240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1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ora Medium"/>
              <a:buNone/>
            </a:pPr>
            <a:endParaRPr sz="280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2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ora Medium"/>
              <a:buNone/>
            </a:pPr>
            <a:endParaRPr sz="280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3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ora Medium"/>
              <a:buNone/>
            </a:pPr>
            <a:endParaRPr sz="280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4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ora Medium"/>
              <a:buNone/>
            </a:pPr>
            <a:endParaRPr sz="280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5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ora Medium"/>
              <a:buNone/>
            </a:pPr>
            <a:endParaRPr sz="280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6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ora Medium"/>
              <a:buNone/>
            </a:pPr>
            <a:endParaRPr sz="280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7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ora Medium"/>
              <a:buNone/>
            </a:pPr>
            <a:endParaRPr sz="280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8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ora Medium"/>
              <a:buNone/>
            </a:pPr>
            <a:endParaRPr sz="280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11: Title and three placeholder">
  <p:cSld name="ONE_COLUMN_TEXT_1_1_1_1_1_1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sldNum" idx="12"/>
          </p:nvPr>
        </p:nvSpPr>
        <p:spPr>
          <a:xfrm>
            <a:off x="8256725" y="4708927"/>
            <a:ext cx="4371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3"/>
          <p:cNvSpPr>
            <a:spLocks noGrp="1"/>
          </p:cNvSpPr>
          <p:nvPr>
            <p:ph type="pic" idx="2"/>
          </p:nvPr>
        </p:nvSpPr>
        <p:spPr>
          <a:xfrm>
            <a:off x="455700" y="1371600"/>
            <a:ext cx="2634300" cy="2973300"/>
          </a:xfrm>
          <a:prstGeom prst="roundRect">
            <a:avLst>
              <a:gd name="adj" fmla="val 2630"/>
            </a:avLst>
          </a:prstGeom>
          <a:noFill/>
          <a:ln>
            <a:noFill/>
          </a:ln>
        </p:spPr>
      </p:sp>
      <p:sp>
        <p:nvSpPr>
          <p:cNvPr id="71" name="Google Shape;71;p13"/>
          <p:cNvSpPr txBox="1">
            <a:spLocks noGrp="1"/>
          </p:cNvSpPr>
          <p:nvPr>
            <p:ph type="title"/>
          </p:nvPr>
        </p:nvSpPr>
        <p:spPr>
          <a:xfrm>
            <a:off x="455775" y="456794"/>
            <a:ext cx="8238000" cy="8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>
            <a:spLocks noGrp="1"/>
          </p:cNvSpPr>
          <p:nvPr>
            <p:ph type="pic" idx="3"/>
          </p:nvPr>
        </p:nvSpPr>
        <p:spPr>
          <a:xfrm>
            <a:off x="6053325" y="1371600"/>
            <a:ext cx="2640600" cy="2973300"/>
          </a:xfrm>
          <a:prstGeom prst="roundRect">
            <a:avLst>
              <a:gd name="adj" fmla="val 2630"/>
            </a:avLst>
          </a:prstGeom>
          <a:noFill/>
          <a:ln>
            <a:noFill/>
          </a:ln>
        </p:spPr>
      </p:sp>
      <p:sp>
        <p:nvSpPr>
          <p:cNvPr id="73" name="Google Shape;73;p13"/>
          <p:cNvSpPr>
            <a:spLocks noGrp="1"/>
          </p:cNvSpPr>
          <p:nvPr>
            <p:ph type="pic" idx="4"/>
          </p:nvPr>
        </p:nvSpPr>
        <p:spPr>
          <a:xfrm>
            <a:off x="3251438" y="1371600"/>
            <a:ext cx="2640600" cy="2973300"/>
          </a:xfrm>
          <a:prstGeom prst="roundRect">
            <a:avLst>
              <a:gd name="adj" fmla="val 2630"/>
            </a:avLst>
          </a:prstGeom>
          <a:noFill/>
          <a:ln>
            <a:noFill/>
          </a:ln>
        </p:spPr>
      </p:sp>
      <p:sp>
        <p:nvSpPr>
          <p:cNvPr id="74" name="Google Shape;74;p13"/>
          <p:cNvSpPr txBox="1"/>
          <p:nvPr/>
        </p:nvSpPr>
        <p:spPr>
          <a:xfrm>
            <a:off x="17500" y="4693687"/>
            <a:ext cx="33465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rPr>
              <a:t>CLAUDE COMMUNITY</a:t>
            </a:r>
            <a:endParaRPr sz="800" b="1">
              <a:solidFill>
                <a:srgbClr val="B0AEA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12: Title and three placeholder ">
  <p:cSld name="ONE_COLUMN_TEXT_1_1_1_1_1_1_1_1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>
            <a:spLocks noGrp="1"/>
          </p:cNvSpPr>
          <p:nvPr>
            <p:ph type="sldNum" idx="12"/>
          </p:nvPr>
        </p:nvSpPr>
        <p:spPr>
          <a:xfrm>
            <a:off x="8256725" y="4708927"/>
            <a:ext cx="4371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title"/>
          </p:nvPr>
        </p:nvSpPr>
        <p:spPr>
          <a:xfrm>
            <a:off x="455775" y="456794"/>
            <a:ext cx="8238000" cy="8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body" idx="1"/>
          </p:nvPr>
        </p:nvSpPr>
        <p:spPr>
          <a:xfrm>
            <a:off x="456075" y="3833700"/>
            <a:ext cx="2634000" cy="51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2"/>
          </p:nvPr>
        </p:nvSpPr>
        <p:spPr>
          <a:xfrm>
            <a:off x="3257850" y="3833700"/>
            <a:ext cx="2634000" cy="51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3"/>
          </p:nvPr>
        </p:nvSpPr>
        <p:spPr>
          <a:xfrm>
            <a:off x="6059625" y="3833700"/>
            <a:ext cx="2634000" cy="51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4"/>
          <p:cNvSpPr>
            <a:spLocks noGrp="1"/>
          </p:cNvSpPr>
          <p:nvPr>
            <p:ph type="pic" idx="4"/>
          </p:nvPr>
        </p:nvSpPr>
        <p:spPr>
          <a:xfrm>
            <a:off x="455700" y="1371600"/>
            <a:ext cx="2634300" cy="2328000"/>
          </a:xfrm>
          <a:prstGeom prst="roundRect">
            <a:avLst>
              <a:gd name="adj" fmla="val 2630"/>
            </a:avLst>
          </a:prstGeom>
          <a:noFill/>
          <a:ln>
            <a:noFill/>
          </a:ln>
        </p:spPr>
      </p:sp>
      <p:sp>
        <p:nvSpPr>
          <p:cNvPr id="82" name="Google Shape;82;p14"/>
          <p:cNvSpPr>
            <a:spLocks noGrp="1"/>
          </p:cNvSpPr>
          <p:nvPr>
            <p:ph type="pic" idx="5"/>
          </p:nvPr>
        </p:nvSpPr>
        <p:spPr>
          <a:xfrm>
            <a:off x="6053325" y="1371600"/>
            <a:ext cx="2640600" cy="2328000"/>
          </a:xfrm>
          <a:prstGeom prst="roundRect">
            <a:avLst>
              <a:gd name="adj" fmla="val 2630"/>
            </a:avLst>
          </a:prstGeom>
          <a:noFill/>
          <a:ln>
            <a:noFill/>
          </a:ln>
        </p:spPr>
      </p:sp>
      <p:sp>
        <p:nvSpPr>
          <p:cNvPr id="83" name="Google Shape;83;p14"/>
          <p:cNvSpPr>
            <a:spLocks noGrp="1"/>
          </p:cNvSpPr>
          <p:nvPr>
            <p:ph type="pic" idx="6"/>
          </p:nvPr>
        </p:nvSpPr>
        <p:spPr>
          <a:xfrm>
            <a:off x="3251438" y="1371600"/>
            <a:ext cx="2640600" cy="2328000"/>
          </a:xfrm>
          <a:prstGeom prst="roundRect">
            <a:avLst>
              <a:gd name="adj" fmla="val 2630"/>
            </a:avLst>
          </a:prstGeom>
          <a:noFill/>
          <a:ln>
            <a:noFill/>
          </a:ln>
        </p:spPr>
      </p:sp>
      <p:sp>
        <p:nvSpPr>
          <p:cNvPr id="84" name="Google Shape;84;p14"/>
          <p:cNvSpPr txBox="1"/>
          <p:nvPr/>
        </p:nvSpPr>
        <p:spPr>
          <a:xfrm>
            <a:off x="17500" y="4693687"/>
            <a:ext cx="33465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rPr>
              <a:t>CLAUDE COMMUNITY</a:t>
            </a:r>
            <a:endParaRPr sz="800" b="1">
              <a:solidFill>
                <a:srgbClr val="B0AEA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2: Quote ">
  <p:cSld name="MAIN_POINT_1_1_1_2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sldNum" idx="12"/>
          </p:nvPr>
        </p:nvSpPr>
        <p:spPr>
          <a:xfrm>
            <a:off x="8256725" y="4708927"/>
            <a:ext cx="437100" cy="10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80000"/>
              </a:lnSpc>
              <a:buSzPts val="1000"/>
              <a:buNone/>
              <a:defRPr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lnSpc>
                <a:spcPct val="80000"/>
              </a:lnSpc>
              <a:buSzPts val="1000"/>
              <a:buNone/>
              <a:defRPr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80000"/>
              </a:lnSpc>
              <a:buSzPts val="1000"/>
              <a:buNone/>
              <a:defRPr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80000"/>
              </a:lnSpc>
              <a:buSzPts val="1000"/>
              <a:buNone/>
              <a:defRPr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80000"/>
              </a:lnSpc>
              <a:buSzPts val="1000"/>
              <a:buNone/>
              <a:defRPr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80000"/>
              </a:lnSpc>
              <a:buSzPts val="1000"/>
              <a:buNone/>
              <a:defRPr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80000"/>
              </a:lnSpc>
              <a:buSzPts val="1000"/>
              <a:buNone/>
              <a:defRPr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80000"/>
              </a:lnSpc>
              <a:buSzPts val="1000"/>
              <a:buNone/>
              <a:defRPr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80000"/>
              </a:lnSpc>
              <a:buSzPts val="1000"/>
              <a:buNone/>
              <a:defRPr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title"/>
          </p:nvPr>
        </p:nvSpPr>
        <p:spPr>
          <a:xfrm>
            <a:off x="455775" y="505950"/>
            <a:ext cx="2634300" cy="86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Font typeface="Lora Medium"/>
              <a:buNone/>
              <a:defRPr sz="4600">
                <a:latin typeface="Lora Medium"/>
                <a:ea typeface="Lora Medium"/>
                <a:cs typeface="Lora Medium"/>
                <a:sym typeface="L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Font typeface="Lora Medium"/>
              <a:buNone/>
              <a:defRPr sz="4600">
                <a:latin typeface="Lora Medium"/>
                <a:ea typeface="Lora Medium"/>
                <a:cs typeface="Lora Medium"/>
                <a:sym typeface="L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Font typeface="Lora Medium"/>
              <a:buNone/>
              <a:defRPr sz="4600">
                <a:latin typeface="Lora Medium"/>
                <a:ea typeface="Lora Medium"/>
                <a:cs typeface="Lora Medium"/>
                <a:sym typeface="L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Font typeface="Lora Medium"/>
              <a:buNone/>
              <a:defRPr sz="4600">
                <a:latin typeface="Lora Medium"/>
                <a:ea typeface="Lora Medium"/>
                <a:cs typeface="Lora Medium"/>
                <a:sym typeface="L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Font typeface="Lora Medium"/>
              <a:buNone/>
              <a:defRPr sz="4600">
                <a:latin typeface="Lora Medium"/>
                <a:ea typeface="Lora Medium"/>
                <a:cs typeface="Lora Medium"/>
                <a:sym typeface="L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Font typeface="Lora Medium"/>
              <a:buNone/>
              <a:defRPr sz="4600">
                <a:latin typeface="Lora Medium"/>
                <a:ea typeface="Lora Medium"/>
                <a:cs typeface="Lora Medium"/>
                <a:sym typeface="L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Font typeface="Lora Medium"/>
              <a:buNone/>
              <a:defRPr sz="4600">
                <a:latin typeface="Lora Medium"/>
                <a:ea typeface="Lora Medium"/>
                <a:cs typeface="Lora Medium"/>
                <a:sym typeface="L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Font typeface="Lora Medium"/>
              <a:buNone/>
              <a:defRPr sz="4600">
                <a:latin typeface="Lora Medium"/>
                <a:ea typeface="Lora Medium"/>
                <a:cs typeface="Lora Medium"/>
                <a:sym typeface="Lora Medium"/>
              </a:defRPr>
            </a:lvl9pPr>
          </a:lstStyle>
          <a:p>
            <a:endParaRPr/>
          </a:p>
        </p:txBody>
      </p:sp>
      <p:sp>
        <p:nvSpPr>
          <p:cNvPr id="88" name="Google Shape;88;p15"/>
          <p:cNvSpPr>
            <a:spLocks noGrp="1"/>
          </p:cNvSpPr>
          <p:nvPr>
            <p:ph type="pic" idx="2"/>
          </p:nvPr>
        </p:nvSpPr>
        <p:spPr>
          <a:xfrm>
            <a:off x="3254975" y="1476775"/>
            <a:ext cx="5431800" cy="3046200"/>
          </a:xfrm>
          <a:prstGeom prst="roundRect">
            <a:avLst>
              <a:gd name="adj" fmla="val 2630"/>
            </a:avLst>
          </a:prstGeom>
          <a:noFill/>
          <a:ln>
            <a:noFill/>
          </a:ln>
        </p:spPr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455775" y="1476775"/>
            <a:ext cx="2634300" cy="3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body" idx="3"/>
          </p:nvPr>
        </p:nvSpPr>
        <p:spPr>
          <a:xfrm>
            <a:off x="3262550" y="4602150"/>
            <a:ext cx="5431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17500" y="4693687"/>
            <a:ext cx="33465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rPr>
              <a:t>CLAUDE COMMUNITY</a:t>
            </a:r>
            <a:endParaRPr sz="800" b="1">
              <a:solidFill>
                <a:srgbClr val="B0AEA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2: Title and 2 icons ">
  <p:cSld name="TITLE_ONLY_1_1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/>
          <p:nvPr/>
        </p:nvSpPr>
        <p:spPr>
          <a:xfrm>
            <a:off x="4661075" y="1774659"/>
            <a:ext cx="4032900" cy="2570400"/>
          </a:xfrm>
          <a:prstGeom prst="roundRect">
            <a:avLst>
              <a:gd name="adj" fmla="val 9523"/>
            </a:avLst>
          </a:prstGeom>
          <a:solidFill>
            <a:srgbClr val="E8E6DC"/>
          </a:solidFill>
          <a:ln>
            <a:noFill/>
          </a:ln>
        </p:spPr>
        <p:txBody>
          <a:bodyPr spcFirstLastPara="1" wrap="square" lIns="91450" tIns="1280150" rIns="91450" bIns="91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55775" y="1774659"/>
            <a:ext cx="4032900" cy="2570400"/>
          </a:xfrm>
          <a:prstGeom prst="roundRect">
            <a:avLst>
              <a:gd name="adj" fmla="val 9523"/>
            </a:avLst>
          </a:prstGeom>
          <a:solidFill>
            <a:srgbClr val="E8E6DC"/>
          </a:solidFill>
          <a:ln>
            <a:noFill/>
          </a:ln>
        </p:spPr>
        <p:txBody>
          <a:bodyPr spcFirstLastPara="1" wrap="square" lIns="91450" tIns="1280150" rIns="91450" bIns="91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5" name="Google Shape;95;p16"/>
          <p:cNvSpPr txBox="1">
            <a:spLocks noGrp="1"/>
          </p:cNvSpPr>
          <p:nvPr>
            <p:ph type="body" idx="1"/>
          </p:nvPr>
        </p:nvSpPr>
        <p:spPr>
          <a:xfrm>
            <a:off x="455775" y="3036100"/>
            <a:ext cx="4033500" cy="1309200"/>
          </a:xfrm>
          <a:prstGeom prst="rect">
            <a:avLst/>
          </a:prstGeom>
        </p:spPr>
        <p:txBody>
          <a:bodyPr spcFirstLastPara="1" wrap="square" lIns="91450" tIns="91450" rIns="91450" bIns="91450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algn="ctr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algn="ctr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algn="ctr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algn="ctr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algn="ctr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body" idx="2"/>
          </p:nvPr>
        </p:nvSpPr>
        <p:spPr>
          <a:xfrm>
            <a:off x="4654713" y="3036100"/>
            <a:ext cx="4033500" cy="1309200"/>
          </a:xfrm>
          <a:prstGeom prst="rect">
            <a:avLst/>
          </a:prstGeom>
        </p:spPr>
        <p:txBody>
          <a:bodyPr spcFirstLastPara="1" wrap="square" lIns="91450" tIns="91450" rIns="91450" bIns="91450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algn="ctr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algn="ctr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algn="ctr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algn="ctr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algn="ctr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456825" y="457199"/>
            <a:ext cx="82302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1pPr>
            <a:lvl2pPr lvl="1" algn="ctr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1300"/>
              </a:spcBef>
              <a:spcAft>
                <a:spcPts val="13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8256725" y="4708927"/>
            <a:ext cx="437100" cy="10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6"/>
          <p:cNvSpPr>
            <a:spLocks noGrp="1"/>
          </p:cNvSpPr>
          <p:nvPr>
            <p:ph type="pic" idx="3"/>
          </p:nvPr>
        </p:nvSpPr>
        <p:spPr>
          <a:xfrm>
            <a:off x="1997650" y="2003650"/>
            <a:ext cx="948300" cy="948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6"/>
          <p:cNvSpPr>
            <a:spLocks noGrp="1"/>
          </p:cNvSpPr>
          <p:nvPr>
            <p:ph type="pic" idx="4"/>
          </p:nvPr>
        </p:nvSpPr>
        <p:spPr>
          <a:xfrm>
            <a:off x="6197388" y="2003650"/>
            <a:ext cx="948300" cy="948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6"/>
          <p:cNvSpPr txBox="1"/>
          <p:nvPr/>
        </p:nvSpPr>
        <p:spPr>
          <a:xfrm>
            <a:off x="17500" y="4693687"/>
            <a:ext cx="33465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rPr>
              <a:t>CLAUDE COMMUNITY</a:t>
            </a:r>
            <a:endParaRPr sz="800" b="1">
              <a:solidFill>
                <a:srgbClr val="B0AEA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5: Title and 3 icons ">
  <p:cSld name="TITLE_ONLY_1_1_1_2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6054175" y="1755138"/>
            <a:ext cx="2634300" cy="2570400"/>
          </a:xfrm>
          <a:prstGeom prst="roundRect">
            <a:avLst>
              <a:gd name="adj" fmla="val 9523"/>
            </a:avLst>
          </a:prstGeom>
          <a:solidFill>
            <a:srgbClr val="E8E6DC"/>
          </a:solidFill>
          <a:ln>
            <a:noFill/>
          </a:ln>
        </p:spPr>
        <p:txBody>
          <a:bodyPr spcFirstLastPara="1" wrap="square" lIns="91450" tIns="1280150" rIns="91450" bIns="91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3254975" y="1774663"/>
            <a:ext cx="2634300" cy="2570400"/>
          </a:xfrm>
          <a:prstGeom prst="roundRect">
            <a:avLst>
              <a:gd name="adj" fmla="val 9523"/>
            </a:avLst>
          </a:prstGeom>
          <a:solidFill>
            <a:srgbClr val="E8E6DC"/>
          </a:solidFill>
          <a:ln>
            <a:noFill/>
          </a:ln>
        </p:spPr>
        <p:txBody>
          <a:bodyPr spcFirstLastPara="1" wrap="square" lIns="91450" tIns="1280150" rIns="91450" bIns="91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455775" y="1774663"/>
            <a:ext cx="2634300" cy="2570400"/>
          </a:xfrm>
          <a:prstGeom prst="roundRect">
            <a:avLst>
              <a:gd name="adj" fmla="val 9523"/>
            </a:avLst>
          </a:prstGeom>
          <a:solidFill>
            <a:srgbClr val="E8E6DC"/>
          </a:solidFill>
          <a:ln>
            <a:noFill/>
          </a:ln>
        </p:spPr>
        <p:txBody>
          <a:bodyPr spcFirstLastPara="1" wrap="square" lIns="91450" tIns="1280150" rIns="91450" bIns="91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455775" y="3036100"/>
            <a:ext cx="2634300" cy="1309200"/>
          </a:xfrm>
          <a:prstGeom prst="rect">
            <a:avLst/>
          </a:prstGeom>
        </p:spPr>
        <p:txBody>
          <a:bodyPr spcFirstLastPara="1" wrap="square" lIns="91450" tIns="91450" rIns="91450" bIns="91450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algn="ctr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algn="ctr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algn="ctr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algn="ctr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algn="ctr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2"/>
          </p:nvPr>
        </p:nvSpPr>
        <p:spPr>
          <a:xfrm>
            <a:off x="3254975" y="3036100"/>
            <a:ext cx="2634300" cy="1309200"/>
          </a:xfrm>
          <a:prstGeom prst="rect">
            <a:avLst/>
          </a:prstGeom>
        </p:spPr>
        <p:txBody>
          <a:bodyPr spcFirstLastPara="1" wrap="square" lIns="91450" tIns="91450" rIns="91450" bIns="91450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algn="ctr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algn="ctr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algn="ctr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algn="ctr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algn="ctr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456825" y="457199"/>
            <a:ext cx="82302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1pPr>
            <a:lvl2pPr lvl="1" algn="ctr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1300"/>
              </a:spcBef>
              <a:spcAft>
                <a:spcPts val="13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256725" y="4708927"/>
            <a:ext cx="437100" cy="10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7"/>
          <p:cNvSpPr>
            <a:spLocks noGrp="1"/>
          </p:cNvSpPr>
          <p:nvPr>
            <p:ph type="pic" idx="3"/>
          </p:nvPr>
        </p:nvSpPr>
        <p:spPr>
          <a:xfrm>
            <a:off x="1298775" y="2003650"/>
            <a:ext cx="948300" cy="94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7"/>
          <p:cNvSpPr>
            <a:spLocks noGrp="1"/>
          </p:cNvSpPr>
          <p:nvPr>
            <p:ph type="pic" idx="4"/>
          </p:nvPr>
        </p:nvSpPr>
        <p:spPr>
          <a:xfrm>
            <a:off x="4097975" y="2003650"/>
            <a:ext cx="948300" cy="94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7"/>
          <p:cNvSpPr>
            <a:spLocks noGrp="1"/>
          </p:cNvSpPr>
          <p:nvPr>
            <p:ph type="pic" idx="5"/>
          </p:nvPr>
        </p:nvSpPr>
        <p:spPr>
          <a:xfrm>
            <a:off x="6897175" y="2003650"/>
            <a:ext cx="948300" cy="94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7"/>
          <p:cNvSpPr txBox="1">
            <a:spLocks noGrp="1"/>
          </p:cNvSpPr>
          <p:nvPr>
            <p:ph type="body" idx="6"/>
          </p:nvPr>
        </p:nvSpPr>
        <p:spPr>
          <a:xfrm>
            <a:off x="6054175" y="3036100"/>
            <a:ext cx="2634300" cy="1309200"/>
          </a:xfrm>
          <a:prstGeom prst="rect">
            <a:avLst/>
          </a:prstGeom>
        </p:spPr>
        <p:txBody>
          <a:bodyPr spcFirstLastPara="1" wrap="square" lIns="91450" tIns="91450" rIns="91450" bIns="91450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algn="ctr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algn="ctr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algn="ctr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algn="ctr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algn="ctr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17500" y="4693687"/>
            <a:ext cx="33465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rPr>
              <a:t>CLAUDE COMMUNITY</a:t>
            </a:r>
            <a:endParaRPr sz="800" b="1">
              <a:solidFill>
                <a:srgbClr val="B0AEA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9: Title and 4 icons">
  <p:cSld name="TITLE_ONLY_1_1_1_1_1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/>
          <p:nvPr/>
        </p:nvSpPr>
        <p:spPr>
          <a:xfrm>
            <a:off x="2555275" y="1371613"/>
            <a:ext cx="1934700" cy="1200300"/>
          </a:xfrm>
          <a:prstGeom prst="roundRect">
            <a:avLst>
              <a:gd name="adj" fmla="val 9523"/>
            </a:avLst>
          </a:prstGeom>
          <a:solidFill>
            <a:srgbClr val="E8E6DC"/>
          </a:solidFill>
          <a:ln>
            <a:noFill/>
          </a:ln>
        </p:spPr>
        <p:txBody>
          <a:bodyPr spcFirstLastPara="1" wrap="square" lIns="91450" tIns="1280150" rIns="91450" bIns="91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55775" y="1371613"/>
            <a:ext cx="1934700" cy="1200300"/>
          </a:xfrm>
          <a:prstGeom prst="roundRect">
            <a:avLst>
              <a:gd name="adj" fmla="val 9523"/>
            </a:avLst>
          </a:prstGeom>
          <a:solidFill>
            <a:srgbClr val="E8E6DC"/>
          </a:solidFill>
          <a:ln>
            <a:noFill/>
          </a:ln>
        </p:spPr>
        <p:txBody>
          <a:bodyPr spcFirstLastPara="1" wrap="square" lIns="91450" tIns="1280150" rIns="91450" bIns="91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1"/>
          </p:nvPr>
        </p:nvSpPr>
        <p:spPr>
          <a:xfrm>
            <a:off x="455775" y="2751550"/>
            <a:ext cx="1934700" cy="15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algn="ctr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algn="ctr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algn="ctr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algn="ctr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algn="ctr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2"/>
          </p:nvPr>
        </p:nvSpPr>
        <p:spPr>
          <a:xfrm>
            <a:off x="2555275" y="2751550"/>
            <a:ext cx="1934700" cy="15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algn="ctr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algn="ctr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algn="ctr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algn="ctr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algn="ctr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title"/>
          </p:nvPr>
        </p:nvSpPr>
        <p:spPr>
          <a:xfrm>
            <a:off x="456825" y="457199"/>
            <a:ext cx="82302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1pPr>
            <a:lvl2pPr lvl="1">
              <a:spcBef>
                <a:spcPts val="130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2pPr>
            <a:lvl3pPr lvl="2">
              <a:spcBef>
                <a:spcPts val="130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3pPr>
            <a:lvl4pPr lvl="3">
              <a:spcBef>
                <a:spcPts val="130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4pPr>
            <a:lvl5pPr lvl="4">
              <a:spcBef>
                <a:spcPts val="130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5pPr>
            <a:lvl6pPr lvl="5">
              <a:spcBef>
                <a:spcPts val="130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6pPr>
            <a:lvl7pPr lvl="6">
              <a:spcBef>
                <a:spcPts val="130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7pPr>
            <a:lvl8pPr lvl="7">
              <a:spcBef>
                <a:spcPts val="1300"/>
              </a:spcBef>
              <a:spcAft>
                <a:spcPts val="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8pPr>
            <a:lvl9pPr lvl="8">
              <a:spcBef>
                <a:spcPts val="1300"/>
              </a:spcBef>
              <a:spcAft>
                <a:spcPts val="1300"/>
              </a:spcAft>
              <a:buSzPts val="2800"/>
              <a:buFont typeface="Lora Medium"/>
              <a:buNone/>
              <a:defRPr>
                <a:latin typeface="Lora Medium"/>
                <a:ea typeface="Lora Medium"/>
                <a:cs typeface="Lora Medium"/>
                <a:sym typeface="Lora Medium"/>
              </a:defRPr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sldNum" idx="12"/>
          </p:nvPr>
        </p:nvSpPr>
        <p:spPr>
          <a:xfrm>
            <a:off x="8256725" y="4708927"/>
            <a:ext cx="437100" cy="10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80000"/>
              </a:lnSpc>
              <a:buSzPts val="1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8"/>
          <p:cNvSpPr>
            <a:spLocks noGrp="1"/>
          </p:cNvSpPr>
          <p:nvPr>
            <p:ph type="pic" idx="3"/>
          </p:nvPr>
        </p:nvSpPr>
        <p:spPr>
          <a:xfrm>
            <a:off x="1047675" y="1596242"/>
            <a:ext cx="750900" cy="7509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18"/>
          <p:cNvSpPr>
            <a:spLocks noGrp="1"/>
          </p:cNvSpPr>
          <p:nvPr>
            <p:ph type="pic" idx="4"/>
          </p:nvPr>
        </p:nvSpPr>
        <p:spPr>
          <a:xfrm>
            <a:off x="3146849" y="1596238"/>
            <a:ext cx="750900" cy="7509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18"/>
          <p:cNvSpPr>
            <a:spLocks noGrp="1"/>
          </p:cNvSpPr>
          <p:nvPr>
            <p:ph type="pic" idx="5"/>
          </p:nvPr>
        </p:nvSpPr>
        <p:spPr>
          <a:xfrm>
            <a:off x="5246017" y="1596238"/>
            <a:ext cx="750900" cy="7509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8"/>
          <p:cNvSpPr txBox="1">
            <a:spLocks noGrp="1"/>
          </p:cNvSpPr>
          <p:nvPr>
            <p:ph type="body" idx="6"/>
          </p:nvPr>
        </p:nvSpPr>
        <p:spPr>
          <a:xfrm>
            <a:off x="4654113" y="2731238"/>
            <a:ext cx="1934700" cy="15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algn="ctr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algn="ctr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algn="ctr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algn="ctr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algn="ctr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4654113" y="1371613"/>
            <a:ext cx="1934700" cy="1200300"/>
          </a:xfrm>
          <a:prstGeom prst="roundRect">
            <a:avLst>
              <a:gd name="adj" fmla="val 9523"/>
            </a:avLst>
          </a:prstGeom>
          <a:solidFill>
            <a:srgbClr val="E8E6DC"/>
          </a:solidFill>
          <a:ln>
            <a:noFill/>
          </a:ln>
        </p:spPr>
        <p:txBody>
          <a:bodyPr spcFirstLastPara="1" wrap="square" lIns="91450" tIns="1280150" rIns="91450" bIns="91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6752950" y="1371613"/>
            <a:ext cx="1934700" cy="1200300"/>
          </a:xfrm>
          <a:prstGeom prst="roundRect">
            <a:avLst>
              <a:gd name="adj" fmla="val 9523"/>
            </a:avLst>
          </a:prstGeom>
          <a:solidFill>
            <a:srgbClr val="E8E6DC"/>
          </a:solidFill>
          <a:ln>
            <a:noFill/>
          </a:ln>
        </p:spPr>
        <p:txBody>
          <a:bodyPr spcFirstLastPara="1" wrap="square" lIns="91450" tIns="1280150" rIns="91450" bIns="91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8" name="Google Shape;128;p18"/>
          <p:cNvSpPr>
            <a:spLocks noGrp="1"/>
          </p:cNvSpPr>
          <p:nvPr>
            <p:ph type="pic" idx="7"/>
          </p:nvPr>
        </p:nvSpPr>
        <p:spPr>
          <a:xfrm>
            <a:off x="7345180" y="1596238"/>
            <a:ext cx="750900" cy="7509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18"/>
          <p:cNvSpPr txBox="1">
            <a:spLocks noGrp="1"/>
          </p:cNvSpPr>
          <p:nvPr>
            <p:ph type="body" idx="8"/>
          </p:nvPr>
        </p:nvSpPr>
        <p:spPr>
          <a:xfrm>
            <a:off x="6752950" y="2751550"/>
            <a:ext cx="1934700" cy="15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algn="ctr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algn="ctr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algn="ctr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algn="ctr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algn="ctr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algn="ctr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0" name="Google Shape;130;p18"/>
          <p:cNvSpPr>
            <a:spLocks noGrp="1"/>
          </p:cNvSpPr>
          <p:nvPr>
            <p:ph type="pic" idx="9"/>
          </p:nvPr>
        </p:nvSpPr>
        <p:spPr>
          <a:xfrm>
            <a:off x="5246011" y="1596238"/>
            <a:ext cx="750900" cy="7509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18"/>
          <p:cNvSpPr txBox="1"/>
          <p:nvPr/>
        </p:nvSpPr>
        <p:spPr>
          <a:xfrm>
            <a:off x="17500" y="4693687"/>
            <a:ext cx="33465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rPr>
              <a:t>CLAUDE COMMUNITY</a:t>
            </a:r>
            <a:endParaRPr sz="800" b="1">
              <a:solidFill>
                <a:srgbClr val="B0AEA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 title="ClaudeSpark-Ivory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714" y="487625"/>
            <a:ext cx="606701" cy="60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 title="Node-Glob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2425" y="1457425"/>
            <a:ext cx="2463100" cy="246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 txBox="1">
            <a:spLocks noGrp="1"/>
          </p:cNvSpPr>
          <p:nvPr>
            <p:ph type="subTitle" idx="1"/>
          </p:nvPr>
        </p:nvSpPr>
        <p:spPr>
          <a:xfrm>
            <a:off x="531975" y="2078675"/>
            <a:ext cx="5415600" cy="38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ubTitle" idx="2"/>
          </p:nvPr>
        </p:nvSpPr>
        <p:spPr>
          <a:xfrm>
            <a:off x="531975" y="4415875"/>
            <a:ext cx="5415600" cy="38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12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SzPts val="12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SzPts val="12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SzPts val="12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SzPts val="12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SzPts val="12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SzPts val="12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476300" y="2570150"/>
            <a:ext cx="5130900" cy="73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4">
  <p:cSld name="TITLE_AND_BODY_4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7: Title and 4 icons">
  <p:cSld name="TITLE_ONLY_1_1_2_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>
            <a:spLocks noGrp="1"/>
          </p:cNvSpPr>
          <p:nvPr>
            <p:ph type="body" idx="1"/>
          </p:nvPr>
        </p:nvSpPr>
        <p:spPr>
          <a:xfrm>
            <a:off x="455775" y="2762100"/>
            <a:ext cx="1934700" cy="15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body" idx="2"/>
          </p:nvPr>
        </p:nvSpPr>
        <p:spPr>
          <a:xfrm>
            <a:off x="2555275" y="2762100"/>
            <a:ext cx="1934700" cy="15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title"/>
          </p:nvPr>
        </p:nvSpPr>
        <p:spPr>
          <a:xfrm>
            <a:off x="456825" y="457199"/>
            <a:ext cx="8230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sldNum" idx="12"/>
          </p:nvPr>
        </p:nvSpPr>
        <p:spPr>
          <a:xfrm>
            <a:off x="8256725" y="4708927"/>
            <a:ext cx="4371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1"/>
          <p:cNvSpPr>
            <a:spLocks noGrp="1"/>
          </p:cNvSpPr>
          <p:nvPr>
            <p:ph type="pic" idx="3"/>
          </p:nvPr>
        </p:nvSpPr>
        <p:spPr>
          <a:xfrm>
            <a:off x="949050" y="1623594"/>
            <a:ext cx="948300" cy="9483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21"/>
          <p:cNvSpPr>
            <a:spLocks noGrp="1"/>
          </p:cNvSpPr>
          <p:nvPr>
            <p:ph type="pic" idx="4"/>
          </p:nvPr>
        </p:nvSpPr>
        <p:spPr>
          <a:xfrm>
            <a:off x="3048550" y="1623594"/>
            <a:ext cx="948300" cy="9483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1"/>
          <p:cNvSpPr txBox="1">
            <a:spLocks noGrp="1"/>
          </p:cNvSpPr>
          <p:nvPr>
            <p:ph type="body" idx="5"/>
          </p:nvPr>
        </p:nvSpPr>
        <p:spPr>
          <a:xfrm>
            <a:off x="4654113" y="2762100"/>
            <a:ext cx="1934700" cy="15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21"/>
          <p:cNvSpPr>
            <a:spLocks noGrp="1"/>
          </p:cNvSpPr>
          <p:nvPr>
            <p:ph type="pic" idx="6"/>
          </p:nvPr>
        </p:nvSpPr>
        <p:spPr>
          <a:xfrm>
            <a:off x="5148050" y="1623594"/>
            <a:ext cx="948300" cy="9483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21"/>
          <p:cNvSpPr txBox="1">
            <a:spLocks noGrp="1"/>
          </p:cNvSpPr>
          <p:nvPr>
            <p:ph type="body" idx="7"/>
          </p:nvPr>
        </p:nvSpPr>
        <p:spPr>
          <a:xfrm>
            <a:off x="6752950" y="2762100"/>
            <a:ext cx="1934700" cy="15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21"/>
          <p:cNvSpPr>
            <a:spLocks noGrp="1"/>
          </p:cNvSpPr>
          <p:nvPr>
            <p:ph type="pic" idx="8"/>
          </p:nvPr>
        </p:nvSpPr>
        <p:spPr>
          <a:xfrm>
            <a:off x="7247550" y="1623594"/>
            <a:ext cx="948300" cy="94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6513" y="457206"/>
            <a:ext cx="8230500" cy="8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ora Medium"/>
              <a:buNone/>
              <a:defRPr sz="240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5775" y="1371600"/>
            <a:ext cx="6173700" cy="29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AEA5"/>
              </a:buClr>
              <a:buSzPts val="1400"/>
              <a:buFont typeface="Lora"/>
              <a:buChar char="●"/>
              <a:defRPr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L="914400" lvl="1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0AEA5"/>
              </a:buClr>
              <a:buSzPts val="1400"/>
              <a:buFont typeface="Lora"/>
              <a:buChar char="○"/>
              <a:defRPr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marL="1371600" lvl="2" indent="-304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0AEA5"/>
              </a:buClr>
              <a:buSzPts val="1200"/>
              <a:buFont typeface="Lora"/>
              <a:buChar char="■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marL="1828800" lvl="3" indent="-304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0AEA5"/>
              </a:buClr>
              <a:buSzPts val="1200"/>
              <a:buFont typeface="Lora"/>
              <a:buChar char="●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marL="2286000" lvl="4" indent="-304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0AEA5"/>
              </a:buClr>
              <a:buSzPts val="1200"/>
              <a:buFont typeface="Lora"/>
              <a:buChar char="○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marL="2743200" lvl="5" indent="-304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0AEA5"/>
              </a:buClr>
              <a:buSzPts val="1200"/>
              <a:buFont typeface="Lora"/>
              <a:buChar char="■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marL="3200400" lvl="6" indent="-304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0AEA5"/>
              </a:buClr>
              <a:buSzPts val="1200"/>
              <a:buFont typeface="Lora"/>
              <a:buChar char="●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marL="3657600" lvl="7" indent="-304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0AEA5"/>
              </a:buClr>
              <a:buSzPts val="1200"/>
              <a:buFont typeface="Lora"/>
              <a:buChar char="○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marL="4114800" lvl="8" indent="-30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B0AEA5"/>
              </a:buClr>
              <a:buSzPts val="1200"/>
              <a:buFont typeface="Lora"/>
              <a:buChar char="■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256725" y="4708927"/>
            <a:ext cx="4371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80000"/>
              </a:lnSpc>
              <a:buSzPts val="1000"/>
              <a:buNone/>
              <a:defRPr sz="800">
                <a:solidFill>
                  <a:srgbClr val="B0AEA5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>
          <p15:clr>
            <a:srgbClr val="FF00FF"/>
          </p15:clr>
        </p15:guide>
        <p15:guide id="2" pos="287">
          <p15:clr>
            <a:srgbClr val="FF00FF"/>
          </p15:clr>
        </p15:guide>
        <p15:guide id="3" orient="horz" pos="2737">
          <p15:clr>
            <a:srgbClr val="FF00FF"/>
          </p15:clr>
        </p15:guide>
        <p15:guide id="4" orient="horz" pos="2952">
          <p15:clr>
            <a:srgbClr val="6FA8DC"/>
          </p15:clr>
        </p15:guide>
        <p15:guide id="5" pos="5472">
          <p15:clr>
            <a:srgbClr val="FF00FF"/>
          </p15:clr>
        </p15:guide>
        <p15:guide id="6" orient="horz" pos="3024">
          <p15:clr>
            <a:srgbClr val="6FA8DC"/>
          </p15:clr>
        </p15:guide>
        <p15:guide id="7" orient="horz" pos="864">
          <p15:clr>
            <a:srgbClr val="6FA8DC"/>
          </p15:clr>
        </p15:guide>
        <p15:guide id="8" pos="624">
          <p15:clr>
            <a:srgbClr val="E46962"/>
          </p15:clr>
        </p15:guide>
        <p15:guide id="9" pos="728">
          <p15:clr>
            <a:srgbClr val="E46962"/>
          </p15:clr>
        </p15:guide>
        <p15:guide id="10" pos="1065">
          <p15:clr>
            <a:srgbClr val="E46962"/>
          </p15:clr>
        </p15:guide>
        <p15:guide id="11" pos="1169">
          <p15:clr>
            <a:srgbClr val="E46962"/>
          </p15:clr>
        </p15:guide>
        <p15:guide id="12" pos="1506">
          <p15:clr>
            <a:srgbClr val="E46962"/>
          </p15:clr>
        </p15:guide>
        <p15:guide id="13" pos="1610">
          <p15:clr>
            <a:srgbClr val="E46962"/>
          </p15:clr>
        </p15:guide>
        <p15:guide id="14" pos="1946">
          <p15:clr>
            <a:srgbClr val="E46962"/>
          </p15:clr>
        </p15:guide>
        <p15:guide id="15" pos="2050">
          <p15:clr>
            <a:srgbClr val="E46962"/>
          </p15:clr>
        </p15:guide>
        <p15:guide id="16" pos="2387">
          <p15:clr>
            <a:srgbClr val="E46962"/>
          </p15:clr>
        </p15:guide>
        <p15:guide id="17" pos="2491">
          <p15:clr>
            <a:srgbClr val="E46962"/>
          </p15:clr>
        </p15:guide>
        <p15:guide id="18" pos="2828">
          <p15:clr>
            <a:srgbClr val="E46962"/>
          </p15:clr>
        </p15:guide>
        <p15:guide id="19" pos="2932">
          <p15:clr>
            <a:srgbClr val="E46962"/>
          </p15:clr>
        </p15:guide>
        <p15:guide id="20" pos="3269">
          <p15:clr>
            <a:srgbClr val="E46962"/>
          </p15:clr>
        </p15:guide>
        <p15:guide id="21" pos="3372">
          <p15:clr>
            <a:srgbClr val="E46962"/>
          </p15:clr>
        </p15:guide>
        <p15:guide id="22" pos="3709">
          <p15:clr>
            <a:srgbClr val="E46962"/>
          </p15:clr>
        </p15:guide>
        <p15:guide id="23" pos="3813">
          <p15:clr>
            <a:srgbClr val="E46962"/>
          </p15:clr>
        </p15:guide>
        <p15:guide id="24" pos="4150">
          <p15:clr>
            <a:srgbClr val="E46962"/>
          </p15:clr>
        </p15:guide>
        <p15:guide id="25" pos="4254">
          <p15:clr>
            <a:srgbClr val="E46962"/>
          </p15:clr>
        </p15:guide>
        <p15:guide id="26" pos="4591">
          <p15:clr>
            <a:srgbClr val="E46962"/>
          </p15:clr>
        </p15:guide>
        <p15:guide id="27" pos="4695">
          <p15:clr>
            <a:srgbClr val="E46962"/>
          </p15:clr>
        </p15:guide>
        <p15:guide id="28" pos="5031">
          <p15:clr>
            <a:srgbClr val="E46962"/>
          </p15:clr>
        </p15:guide>
        <p15:guide id="29" pos="5135">
          <p15:clr>
            <a:srgbClr val="E46962"/>
          </p15:clr>
        </p15:guide>
        <p15:guide id="30" pos="2880">
          <p15:clr>
            <a:srgbClr val="E46962"/>
          </p15:clr>
        </p15:guide>
        <p15:guide id="31" orient="horz" pos="162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7757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>
            <a:spLocks noGrp="1"/>
          </p:cNvSpPr>
          <p:nvPr>
            <p:ph type="subTitle" idx="1"/>
          </p:nvPr>
        </p:nvSpPr>
        <p:spPr>
          <a:xfrm>
            <a:off x="531975" y="2078675"/>
            <a:ext cx="2558100" cy="6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Claude Community</a:t>
            </a:r>
            <a:br>
              <a:rPr lang="en"/>
            </a:br>
            <a:r>
              <a:rPr lang="en"/>
              <a:t>Meetup #5</a:t>
            </a:r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subTitle" idx="2"/>
          </p:nvPr>
        </p:nvSpPr>
        <p:spPr>
          <a:xfrm>
            <a:off x="531975" y="4415875"/>
            <a:ext cx="5415600" cy="38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400"/>
              <a:t>Thursday 2026-10-29</a:t>
            </a:r>
            <a:endParaRPr sz="1400"/>
          </a:p>
        </p:txBody>
      </p:sp>
      <p:sp>
        <p:nvSpPr>
          <p:cNvPr id="156" name="Google Shape;156;p22"/>
          <p:cNvSpPr txBox="1">
            <a:spLocks noGrp="1"/>
          </p:cNvSpPr>
          <p:nvPr>
            <p:ph type="title"/>
          </p:nvPr>
        </p:nvSpPr>
        <p:spPr>
          <a:xfrm>
            <a:off x="476300" y="2570150"/>
            <a:ext cx="5130900" cy="73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Amsterdam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7757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3" title="Screenshot 2026-07-07 at 4.23.10 PM.png"/>
          <p:cNvPicPr preferRelativeResize="0"/>
          <p:nvPr/>
        </p:nvPicPr>
        <p:blipFill rotWithShape="1">
          <a:blip r:embed="rId3">
            <a:alphaModFix/>
          </a:blip>
          <a:srcRect t="5538" b="5288"/>
          <a:stretch/>
        </p:blipFill>
        <p:spPr>
          <a:xfrm>
            <a:off x="-48163" y="0"/>
            <a:ext cx="9192161" cy="51434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3452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7757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4" title="Node-Globe-On Light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4813" y="1263850"/>
            <a:ext cx="3809076" cy="380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4" title="ClaudeSpark-Ivor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7988" y="486925"/>
            <a:ext cx="462700" cy="46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4" title="Claude community.png"/>
          <p:cNvPicPr preferRelativeResize="0"/>
          <p:nvPr/>
        </p:nvPicPr>
        <p:blipFill rotWithShape="1">
          <a:blip r:embed="rId5">
            <a:alphaModFix/>
          </a:blip>
          <a:srcRect l="-2932" t="-7991" r="-2932" b="-7991"/>
          <a:stretch/>
        </p:blipFill>
        <p:spPr>
          <a:xfrm>
            <a:off x="2574383" y="1155820"/>
            <a:ext cx="3809075" cy="15995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3324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>
            <a:spLocks noGrp="1"/>
          </p:cNvSpPr>
          <p:nvPr>
            <p:ph type="subTitle" idx="1"/>
          </p:nvPr>
        </p:nvSpPr>
        <p:spPr>
          <a:xfrm>
            <a:off x="2636767" y="1714284"/>
            <a:ext cx="3705000" cy="320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Check-in and welcome</a:t>
            </a:r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ctrTitle"/>
          </p:nvPr>
        </p:nvSpPr>
        <p:spPr>
          <a:xfrm>
            <a:off x="1690875" y="2176675"/>
            <a:ext cx="5596800" cy="165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Hello, Amsterdam</a:t>
            </a:r>
            <a:endParaRPr sz="4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>
            <a:spLocks noGrp="1"/>
          </p:cNvSpPr>
          <p:nvPr>
            <p:ph type="body" idx="1"/>
          </p:nvPr>
        </p:nvSpPr>
        <p:spPr>
          <a:xfrm>
            <a:off x="3254975" y="457206"/>
            <a:ext cx="5431800" cy="38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Welcome &amp; Intro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Speaker agenda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Lotte Nederhorst - ML6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Nicolas Griffioen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Break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Yehor Dolynskyi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Ricardo López &amp; José Lomelí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Q&amp;A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Wrap up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Off for drinks @ Het Tuinfeest</a:t>
            </a:r>
            <a:endParaRPr/>
          </a:p>
        </p:txBody>
      </p:sp>
      <p:sp>
        <p:nvSpPr>
          <p:cNvPr id="180" name="Google Shape;180;p26"/>
          <p:cNvSpPr txBox="1">
            <a:spLocks noGrp="1"/>
          </p:cNvSpPr>
          <p:nvPr>
            <p:ph type="title"/>
          </p:nvPr>
        </p:nvSpPr>
        <p:spPr>
          <a:xfrm>
            <a:off x="455775" y="457206"/>
            <a:ext cx="2634300" cy="38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>
            <a:spLocks noGrp="1"/>
          </p:cNvSpPr>
          <p:nvPr>
            <p:ph type="body" idx="1"/>
          </p:nvPr>
        </p:nvSpPr>
        <p:spPr>
          <a:xfrm>
            <a:off x="455775" y="1476775"/>
            <a:ext cx="2634300" cy="3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Claude Community Ambassador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86" name="Google Shape;186;p27"/>
          <p:cNvSpPr txBox="1">
            <a:spLocks noGrp="1"/>
          </p:cNvSpPr>
          <p:nvPr>
            <p:ph type="title"/>
          </p:nvPr>
        </p:nvSpPr>
        <p:spPr>
          <a:xfrm>
            <a:off x="455775" y="505950"/>
            <a:ext cx="2634300" cy="86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Roman Pronskiy</a:t>
            </a:r>
            <a:endParaRPr/>
          </a:p>
        </p:txBody>
      </p:sp>
      <p:pic>
        <p:nvPicPr>
          <p:cNvPr id="187" name="Google Shape;187;p27" title="Screenshot 2026-10-29 at 17.02.56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2576" b="11261"/>
          <a:stretch/>
        </p:blipFill>
        <p:spPr>
          <a:xfrm>
            <a:off x="3254975" y="611750"/>
            <a:ext cx="5431800" cy="3046200"/>
          </a:xfrm>
          <a:prstGeom prst="roundRect">
            <a:avLst>
              <a:gd name="adj" fmla="val 16667"/>
            </a:avLst>
          </a:prstGeom>
        </p:spPr>
      </p:pic>
    </p:spTree>
    <p:extLst>
      <p:ext uri="{BB962C8B-B14F-4D97-AF65-F5344CB8AC3E}">
        <p14:creationId xmlns:p14="http://schemas.microsoft.com/office/powerpoint/2010/main" val="414542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>
            <a:spLocks noGrp="1"/>
          </p:cNvSpPr>
          <p:nvPr>
            <p:ph type="body" idx="1"/>
          </p:nvPr>
        </p:nvSpPr>
        <p:spPr>
          <a:xfrm>
            <a:off x="455775" y="1476775"/>
            <a:ext cx="2634300" cy="3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Claude Community Ambassador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Tech manager at G-STAR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Digital Artist</a:t>
            </a:r>
            <a:endParaRPr/>
          </a:p>
        </p:txBody>
      </p:sp>
      <p:sp>
        <p:nvSpPr>
          <p:cNvPr id="193" name="Google Shape;193;p28"/>
          <p:cNvSpPr txBox="1">
            <a:spLocks noGrp="1"/>
          </p:cNvSpPr>
          <p:nvPr>
            <p:ph type="title"/>
          </p:nvPr>
        </p:nvSpPr>
        <p:spPr>
          <a:xfrm>
            <a:off x="455775" y="505950"/>
            <a:ext cx="2634300" cy="86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Vincent Bruijn</a:t>
            </a:r>
            <a:endParaRPr/>
          </a:p>
        </p:txBody>
      </p:sp>
      <p:pic>
        <p:nvPicPr>
          <p:cNvPr id="194" name="Google Shape;194;p28" title="Screenshot 2026-10-28 at 21.46.50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4710" b="4710"/>
          <a:stretch/>
        </p:blipFill>
        <p:spPr>
          <a:xfrm>
            <a:off x="3254975" y="611750"/>
            <a:ext cx="5431800" cy="3046200"/>
          </a:xfrm>
          <a:prstGeom prst="roundRect">
            <a:avLst>
              <a:gd name="adj" fmla="val 16667"/>
            </a:avLst>
          </a:prstGeom>
        </p:spPr>
      </p:pic>
    </p:spTree>
    <p:extLst>
      <p:ext uri="{BB962C8B-B14F-4D97-AF65-F5344CB8AC3E}">
        <p14:creationId xmlns:p14="http://schemas.microsoft.com/office/powerpoint/2010/main" val="3871250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>
            <a:spLocks noGrp="1"/>
          </p:cNvSpPr>
          <p:nvPr>
            <p:ph type="body" idx="1"/>
          </p:nvPr>
        </p:nvSpPr>
        <p:spPr>
          <a:xfrm>
            <a:off x="455775" y="1476775"/>
            <a:ext cx="2634300" cy="3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“My mission: keep bringing people together around creative, hands-on exploration of what Claude can do.”</a:t>
            </a:r>
            <a:endParaRPr/>
          </a:p>
        </p:txBody>
      </p:sp>
      <p:sp>
        <p:nvSpPr>
          <p:cNvPr id="200" name="Google Shape;200;p29"/>
          <p:cNvSpPr txBox="1">
            <a:spLocks noGrp="1"/>
          </p:cNvSpPr>
          <p:nvPr>
            <p:ph type="title"/>
          </p:nvPr>
        </p:nvSpPr>
        <p:spPr>
          <a:xfrm>
            <a:off x="455775" y="505950"/>
            <a:ext cx="2634300" cy="86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Ambassador</a:t>
            </a:r>
            <a:endParaRPr/>
          </a:p>
        </p:txBody>
      </p:sp>
      <p:pic>
        <p:nvPicPr>
          <p:cNvPr id="201" name="Google Shape;201;p29" title="Screenshot 2026-10-28 at 22.08.47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-673" b="17623"/>
          <a:stretch/>
        </p:blipFill>
        <p:spPr>
          <a:xfrm>
            <a:off x="3254975" y="611750"/>
            <a:ext cx="5431800" cy="3046200"/>
          </a:xfrm>
          <a:prstGeom prst="roundRect">
            <a:avLst>
              <a:gd name="adj" fmla="val 16667"/>
            </a:avLst>
          </a:prstGeom>
        </p:spPr>
      </p:pic>
    </p:spTree>
    <p:extLst>
      <p:ext uri="{BB962C8B-B14F-4D97-AF65-F5344CB8AC3E}">
        <p14:creationId xmlns:p14="http://schemas.microsoft.com/office/powerpoint/2010/main" val="2611320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>
            <a:spLocks noGrp="1"/>
          </p:cNvSpPr>
          <p:nvPr>
            <p:ph type="body" idx="1"/>
          </p:nvPr>
        </p:nvSpPr>
        <p:spPr>
          <a:xfrm>
            <a:off x="455775" y="1476775"/>
            <a:ext cx="2634300" cy="3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Myriahedral map projection</a:t>
            </a:r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title"/>
          </p:nvPr>
        </p:nvSpPr>
        <p:spPr>
          <a:xfrm>
            <a:off x="455775" y="505950"/>
            <a:ext cx="2634300" cy="86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 OS app</a:t>
            </a:r>
            <a:endParaRPr/>
          </a:p>
        </p:txBody>
      </p:sp>
      <p:pic>
        <p:nvPicPr>
          <p:cNvPr id="208" name="Google Shape;208;p30" title="Screenshot 2026-10-28 at 22.20.00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5309" b="5309"/>
          <a:stretch/>
        </p:blipFill>
        <p:spPr>
          <a:xfrm>
            <a:off x="3254975" y="611750"/>
            <a:ext cx="5431800" cy="3046200"/>
          </a:xfrm>
          <a:prstGeom prst="roundRect">
            <a:avLst>
              <a:gd name="adj" fmla="val 16667"/>
            </a:avLst>
          </a:prstGeom>
        </p:spPr>
      </p:pic>
    </p:spTree>
    <p:extLst>
      <p:ext uri="{BB962C8B-B14F-4D97-AF65-F5344CB8AC3E}">
        <p14:creationId xmlns:p14="http://schemas.microsoft.com/office/powerpoint/2010/main" val="665678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>
            <a:spLocks noGrp="1"/>
          </p:cNvSpPr>
          <p:nvPr>
            <p:ph type="body" idx="1"/>
          </p:nvPr>
        </p:nvSpPr>
        <p:spPr>
          <a:xfrm>
            <a:off x="455775" y="1476775"/>
            <a:ext cx="2634300" cy="3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JPEG, PNG and GIF glitch creation tool.</a:t>
            </a:r>
            <a:endParaRPr/>
          </a:p>
        </p:txBody>
      </p:sp>
      <p:sp>
        <p:nvSpPr>
          <p:cNvPr id="214" name="Google Shape;214;p31"/>
          <p:cNvSpPr txBox="1">
            <a:spLocks noGrp="1"/>
          </p:cNvSpPr>
          <p:nvPr>
            <p:ph type="title"/>
          </p:nvPr>
        </p:nvSpPr>
        <p:spPr>
          <a:xfrm>
            <a:off x="455775" y="505950"/>
            <a:ext cx="2634300" cy="86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app</a:t>
            </a:r>
            <a:endParaRPr/>
          </a:p>
        </p:txBody>
      </p:sp>
      <p:pic>
        <p:nvPicPr>
          <p:cNvPr id="215" name="Google Shape;215;p31" title="screenshot-glitzj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623" b="21550"/>
          <a:stretch/>
        </p:blipFill>
        <p:spPr>
          <a:xfrm>
            <a:off x="3254975" y="611750"/>
            <a:ext cx="5431800" cy="3046200"/>
          </a:xfrm>
          <a:prstGeom prst="roundRect">
            <a:avLst>
              <a:gd name="adj" fmla="val 16667"/>
            </a:avLst>
          </a:prstGeom>
        </p:spPr>
      </p:pic>
    </p:spTree>
    <p:extLst>
      <p:ext uri="{BB962C8B-B14F-4D97-AF65-F5344CB8AC3E}">
        <p14:creationId xmlns:p14="http://schemas.microsoft.com/office/powerpoint/2010/main" val="584752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>
            <a:spLocks noGrp="1"/>
          </p:cNvSpPr>
          <p:nvPr>
            <p:ph type="body" idx="1"/>
          </p:nvPr>
        </p:nvSpPr>
        <p:spPr>
          <a:xfrm>
            <a:off x="455775" y="1476775"/>
            <a:ext cx="2634300" cy="31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Mould takes over your screen in the course of an hour.</a:t>
            </a:r>
            <a:endParaRPr/>
          </a:p>
        </p:txBody>
      </p:sp>
      <p:sp>
        <p:nvSpPr>
          <p:cNvPr id="221" name="Google Shape;221;p32"/>
          <p:cNvSpPr txBox="1">
            <a:spLocks noGrp="1"/>
          </p:cNvSpPr>
          <p:nvPr>
            <p:ph type="title"/>
          </p:nvPr>
        </p:nvSpPr>
        <p:spPr>
          <a:xfrm>
            <a:off x="455775" y="505950"/>
            <a:ext cx="2634300" cy="86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Mould</a:t>
            </a:r>
            <a:endParaRPr/>
          </a:p>
        </p:txBody>
      </p:sp>
      <p:pic>
        <p:nvPicPr>
          <p:cNvPr id="222" name="Google Shape;222;p32" title="Screenshot 2026-10-02 at 09.58.06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50" b="150"/>
          <a:stretch/>
        </p:blipFill>
        <p:spPr>
          <a:xfrm>
            <a:off x="3254975" y="611750"/>
            <a:ext cx="5431800" cy="3046200"/>
          </a:xfrm>
          <a:prstGeom prst="roundRect">
            <a:avLst>
              <a:gd name="adj" fmla="val 16667"/>
            </a:avLst>
          </a:prstGeom>
        </p:spPr>
      </p:pic>
    </p:spTree>
    <p:extLst>
      <p:ext uri="{BB962C8B-B14F-4D97-AF65-F5344CB8AC3E}">
        <p14:creationId xmlns:p14="http://schemas.microsoft.com/office/powerpoint/2010/main" val="2649268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>
            <a:spLocks noGrp="1"/>
          </p:cNvSpPr>
          <p:nvPr>
            <p:ph type="subTitle" idx="1"/>
          </p:nvPr>
        </p:nvSpPr>
        <p:spPr>
          <a:xfrm>
            <a:off x="2636767" y="252309"/>
            <a:ext cx="3705000" cy="320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next meetup in Amsteram</a:t>
            </a:r>
            <a:endParaRPr/>
          </a:p>
        </p:txBody>
      </p:sp>
      <p:sp>
        <p:nvSpPr>
          <p:cNvPr id="228" name="Google Shape;228;p33"/>
          <p:cNvSpPr txBox="1">
            <a:spLocks noGrp="1"/>
          </p:cNvSpPr>
          <p:nvPr>
            <p:ph type="ctrTitle"/>
          </p:nvPr>
        </p:nvSpPr>
        <p:spPr>
          <a:xfrm>
            <a:off x="1690875" y="3717462"/>
            <a:ext cx="5596800" cy="9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Claude Community Year in Review</a:t>
            </a:r>
            <a:br>
              <a:rPr lang="en" sz="2600"/>
            </a:br>
            <a:r>
              <a:rPr lang="en" sz="2600"/>
              <a:t>Thursday December 10th 2026</a:t>
            </a:r>
            <a:endParaRPr sz="2600"/>
          </a:p>
        </p:txBody>
      </p:sp>
      <p:pic>
        <p:nvPicPr>
          <p:cNvPr id="229" name="Google Shape;229;p33" title="Screenshot 2026-10-28 at 23.07.19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20" t="466" r="-320" b="456"/>
          <a:stretch/>
        </p:blipFill>
        <p:spPr>
          <a:xfrm>
            <a:off x="3146425" y="801200"/>
            <a:ext cx="2685600" cy="2667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7757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>
            <a:spLocks noGrp="1"/>
          </p:cNvSpPr>
          <p:nvPr>
            <p:ph type="ctrTitle"/>
          </p:nvPr>
        </p:nvSpPr>
        <p:spPr>
          <a:xfrm>
            <a:off x="1690875" y="2024275"/>
            <a:ext cx="5596800" cy="165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Talks</a:t>
            </a:r>
            <a:endParaRPr sz="4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7757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>
            <a:spLocks noGrp="1"/>
          </p:cNvSpPr>
          <p:nvPr>
            <p:ph type="ctrTitle"/>
          </p:nvPr>
        </p:nvSpPr>
        <p:spPr>
          <a:xfrm>
            <a:off x="1690875" y="2024275"/>
            <a:ext cx="5596800" cy="165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Q&amp;A</a:t>
            </a:r>
            <a:endParaRPr sz="4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>
            <a:spLocks noGrp="1"/>
          </p:cNvSpPr>
          <p:nvPr>
            <p:ph type="title"/>
          </p:nvPr>
        </p:nvSpPr>
        <p:spPr>
          <a:xfrm>
            <a:off x="456825" y="457199"/>
            <a:ext cx="8230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Wrap up</a:t>
            </a:r>
            <a:endParaRPr sz="1400"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1300"/>
              </a:spcAft>
              <a:buSzPts val="2400"/>
              <a:buNone/>
            </a:pPr>
            <a:endParaRPr/>
          </a:p>
        </p:txBody>
      </p:sp>
      <p:pic>
        <p:nvPicPr>
          <p:cNvPr id="245" name="Google Shape;245;p36" title="Objects-Lightbulb.png"/>
          <p:cNvPicPr preferRelativeResize="0">
            <a:picLocks noGrp="1"/>
          </p:cNvPicPr>
          <p:nvPr>
            <p:ph type="pic" idx="4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99013" y="1623694"/>
            <a:ext cx="948150" cy="94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6"/>
          <p:cNvSpPr txBox="1">
            <a:spLocks noGrp="1"/>
          </p:cNvSpPr>
          <p:nvPr>
            <p:ph type="body" idx="2"/>
          </p:nvPr>
        </p:nvSpPr>
        <p:spPr>
          <a:xfrm>
            <a:off x="1505738" y="2762200"/>
            <a:ext cx="1934700" cy="15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Group photo</a:t>
            </a:r>
            <a:endParaRPr b="1"/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" sz="1200"/>
              <a:t>Join for a photo, take your own and share it online.</a:t>
            </a:r>
            <a:endParaRPr sz="1200" b="1"/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</a:pPr>
            <a:endParaRPr b="1"/>
          </a:p>
        </p:txBody>
      </p:sp>
      <p:sp>
        <p:nvSpPr>
          <p:cNvPr id="247" name="Google Shape;247;p36"/>
          <p:cNvSpPr txBox="1">
            <a:spLocks noGrp="1"/>
          </p:cNvSpPr>
          <p:nvPr>
            <p:ph type="sldNum" idx="12"/>
          </p:nvPr>
        </p:nvSpPr>
        <p:spPr>
          <a:xfrm>
            <a:off x="8256725" y="4708927"/>
            <a:ext cx="437100" cy="1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48" name="Google Shape;248;p36"/>
          <p:cNvSpPr txBox="1">
            <a:spLocks noGrp="1"/>
          </p:cNvSpPr>
          <p:nvPr>
            <p:ph type="body" idx="5"/>
          </p:nvPr>
        </p:nvSpPr>
        <p:spPr>
          <a:xfrm>
            <a:off x="3604575" y="2762200"/>
            <a:ext cx="1934700" cy="15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LinkedIn</a:t>
            </a:r>
            <a:endParaRPr b="1"/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</a:pPr>
            <a:r>
              <a:rPr lang="en" sz="1200"/>
              <a:t>Scan this for my LinkedIn profile page</a:t>
            </a:r>
            <a:endParaRPr sz="1200"/>
          </a:p>
        </p:txBody>
      </p:sp>
      <p:pic>
        <p:nvPicPr>
          <p:cNvPr id="249" name="Google Shape;249;p36" title="Screenshot 2026-10-28 at 22.45.48.png"/>
          <p:cNvPicPr preferRelativeResize="0">
            <a:picLocks noGrp="1"/>
          </p:cNvPicPr>
          <p:nvPr>
            <p:ph type="pic" idx="6"/>
          </p:nvPr>
        </p:nvPicPr>
        <p:blipFill rotWithShape="1">
          <a:blip r:embed="rId4">
            <a:alphaModFix/>
          </a:blip>
          <a:srcRect l="328" r="318"/>
          <a:stretch/>
        </p:blipFill>
        <p:spPr>
          <a:xfrm>
            <a:off x="4068876" y="1594050"/>
            <a:ext cx="1007450" cy="1007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6"/>
          <p:cNvSpPr txBox="1">
            <a:spLocks noGrp="1"/>
          </p:cNvSpPr>
          <p:nvPr>
            <p:ph type="body" idx="7"/>
          </p:nvPr>
        </p:nvSpPr>
        <p:spPr>
          <a:xfrm>
            <a:off x="5703413" y="2762200"/>
            <a:ext cx="1934700" cy="15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Next event</a:t>
            </a:r>
            <a:endParaRPr b="1"/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</a:pPr>
            <a:r>
              <a:rPr lang="en" sz="1200"/>
              <a:t>Claude Community</a:t>
            </a:r>
            <a:br>
              <a:rPr lang="en" sz="1200"/>
            </a:br>
            <a:r>
              <a:rPr lang="en" sz="1200"/>
              <a:t>Year in Review</a:t>
            </a:r>
            <a:br>
              <a:rPr lang="en" sz="1200"/>
            </a:br>
            <a:r>
              <a:rPr lang="en" sz="1200"/>
              <a:t>Thu December 10th, 2026</a:t>
            </a:r>
            <a:endParaRPr sz="1200"/>
          </a:p>
        </p:txBody>
      </p:sp>
      <p:pic>
        <p:nvPicPr>
          <p:cNvPr id="251" name="Google Shape;251;p36" title="Objects-LightningBolt.png"/>
          <p:cNvPicPr preferRelativeResize="0">
            <a:picLocks noGrp="1"/>
          </p:cNvPicPr>
          <p:nvPr>
            <p:ph type="pic" idx="8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6198013" y="1623694"/>
            <a:ext cx="948150" cy="948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3843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7"/>
          <p:cNvSpPr txBox="1">
            <a:spLocks noGrp="1"/>
          </p:cNvSpPr>
          <p:nvPr>
            <p:ph type="subTitle" idx="1"/>
          </p:nvPr>
        </p:nvSpPr>
        <p:spPr>
          <a:xfrm>
            <a:off x="2636767" y="252309"/>
            <a:ext cx="3705000" cy="320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next meetup in Amsteram</a:t>
            </a:r>
            <a:endParaRPr/>
          </a:p>
        </p:txBody>
      </p:sp>
      <p:sp>
        <p:nvSpPr>
          <p:cNvPr id="257" name="Google Shape;257;p37"/>
          <p:cNvSpPr txBox="1">
            <a:spLocks noGrp="1"/>
          </p:cNvSpPr>
          <p:nvPr>
            <p:ph type="ctrTitle"/>
          </p:nvPr>
        </p:nvSpPr>
        <p:spPr>
          <a:xfrm>
            <a:off x="1690875" y="3717462"/>
            <a:ext cx="5596800" cy="9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Claude Community Year in Review</a:t>
            </a:r>
            <a:br>
              <a:rPr lang="en" sz="2600"/>
            </a:br>
            <a:r>
              <a:rPr lang="en" sz="2600"/>
              <a:t>Thursday December 10th 2026</a:t>
            </a:r>
            <a:endParaRPr sz="2600"/>
          </a:p>
        </p:txBody>
      </p:sp>
      <p:pic>
        <p:nvPicPr>
          <p:cNvPr id="258" name="Google Shape;258;p37" title="Screenshot 2026-10-28 at 23.07.19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20" t="466" r="-320" b="456"/>
          <a:stretch/>
        </p:blipFill>
        <p:spPr>
          <a:xfrm>
            <a:off x="3146425" y="801200"/>
            <a:ext cx="2685600" cy="2667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>
            <a:spLocks noGrp="1"/>
          </p:cNvSpPr>
          <p:nvPr>
            <p:ph type="subTitle" idx="1"/>
          </p:nvPr>
        </p:nvSpPr>
        <p:spPr>
          <a:xfrm>
            <a:off x="2636767" y="1638084"/>
            <a:ext cx="3705000" cy="320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Wrap up</a:t>
            </a:r>
            <a:endParaRPr/>
          </a:p>
        </p:txBody>
      </p:sp>
      <p:sp>
        <p:nvSpPr>
          <p:cNvPr id="264" name="Google Shape;264;p38"/>
          <p:cNvSpPr txBox="1">
            <a:spLocks noGrp="1"/>
          </p:cNvSpPr>
          <p:nvPr>
            <p:ph type="ctrTitle"/>
          </p:nvPr>
        </p:nvSpPr>
        <p:spPr>
          <a:xfrm>
            <a:off x="826375" y="2024275"/>
            <a:ext cx="7325700" cy="165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Thank you, Amsterdam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 Template">
  <a:themeElements>
    <a:clrScheme name="Simple Light">
      <a:dk1>
        <a:srgbClr val="141413"/>
      </a:dk1>
      <a:lt1>
        <a:srgbClr val="FAF9F5"/>
      </a:lt1>
      <a:dk2>
        <a:srgbClr val="B0AEA5"/>
      </a:dk2>
      <a:lt2>
        <a:srgbClr val="E8E6DC"/>
      </a:lt2>
      <a:accent1>
        <a:srgbClr val="D97757"/>
      </a:accent1>
      <a:accent2>
        <a:srgbClr val="6A9BCC"/>
      </a:accent2>
      <a:accent3>
        <a:srgbClr val="788C5D"/>
      </a:accent3>
      <a:accent4>
        <a:srgbClr val="EBCECE"/>
      </a:accent4>
      <a:accent5>
        <a:srgbClr val="CBCADB"/>
      </a:accent5>
      <a:accent6>
        <a:srgbClr val="BCD1CA"/>
      </a:accent6>
      <a:hlink>
        <a:srgbClr val="14141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279280A-7BA3-B242-81D1-9EAB3DFB17AB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b99d2113-3115-419f-a4fa-5fc26ef7b50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245</Words>
  <Application>Microsoft Macintosh PowerPoint</Application>
  <PresentationFormat>On-screen Show (16:9)</PresentationFormat>
  <Paragraphs>54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Lora Medium</vt:lpstr>
      <vt:lpstr>Lora</vt:lpstr>
      <vt:lpstr>Lora SemiBold</vt:lpstr>
      <vt:lpstr>Poppins</vt:lpstr>
      <vt:lpstr>Arial</vt:lpstr>
      <vt:lpstr>Poppins SemiBold</vt:lpstr>
      <vt:lpstr>Slide Template</vt:lpstr>
      <vt:lpstr>Amsterdam</vt:lpstr>
      <vt:lpstr>PowerPoint Presentation</vt:lpstr>
      <vt:lpstr>PowerPoint Presentation</vt:lpstr>
      <vt:lpstr>Hello, Amsterdam</vt:lpstr>
      <vt:lpstr>Agenda</vt:lpstr>
      <vt:lpstr>Roman Pronskiy</vt:lpstr>
      <vt:lpstr>Vincent Bruijn</vt:lpstr>
      <vt:lpstr>Community Ambassador</vt:lpstr>
      <vt:lpstr>Mac OS app</vt:lpstr>
      <vt:lpstr>Web app</vt:lpstr>
      <vt:lpstr>Mould</vt:lpstr>
      <vt:lpstr>Claude Community Year in Review Thursday December 10th 2026</vt:lpstr>
      <vt:lpstr>Talks</vt:lpstr>
      <vt:lpstr>Q&amp;A</vt:lpstr>
      <vt:lpstr>Wrap up </vt:lpstr>
      <vt:lpstr>Claude Community Year in Review Thursday December 10th 2026</vt:lpstr>
      <vt:lpstr>Thank you, Amsterdam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Vincent Bruijn</cp:lastModifiedBy>
  <cp:revision>2</cp:revision>
  <dcterms:modified xsi:type="dcterms:W3CDTF">2026-10-30T15:18:03Z</dcterms:modified>
</cp:coreProperties>
</file>